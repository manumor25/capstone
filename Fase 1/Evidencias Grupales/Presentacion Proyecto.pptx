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Happily" charset="1" panose="00000500000000000000"/>
      <p:regular r:id="rId8"/>
    </p:embeddedFont>
    <p:embeddedFont>
      <p:font typeface="Open Sans Bold" charset="1" panose="020B0806030504020204"/>
      <p:regular r:id="rId9"/>
    </p:embeddedFont>
    <p:embeddedFont>
      <p:font typeface="Open Sans" charset="1" panose="020B0606030504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jpe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4099" y="3966643"/>
            <a:ext cx="14879802" cy="2353714"/>
          </a:xfrm>
          <a:custGeom>
            <a:avLst/>
            <a:gdLst/>
            <a:ahLst/>
            <a:cxnLst/>
            <a:rect r="r" b="b" t="t" l="l"/>
            <a:pathLst>
              <a:path h="2353714" w="14879802">
                <a:moveTo>
                  <a:pt x="0" y="0"/>
                </a:moveTo>
                <a:lnTo>
                  <a:pt x="14879802" y="0"/>
                </a:lnTo>
                <a:lnTo>
                  <a:pt x="14879802" y="2353714"/>
                </a:lnTo>
                <a:lnTo>
                  <a:pt x="0" y="23537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28095">
            <a:off x="3837627" y="1498047"/>
            <a:ext cx="1642650" cy="1648645"/>
          </a:xfrm>
          <a:custGeom>
            <a:avLst/>
            <a:gdLst/>
            <a:ahLst/>
            <a:cxnLst/>
            <a:rect r="r" b="b" t="t" l="l"/>
            <a:pathLst>
              <a:path h="1648645" w="1642650">
                <a:moveTo>
                  <a:pt x="0" y="0"/>
                </a:moveTo>
                <a:lnTo>
                  <a:pt x="1642650" y="0"/>
                </a:lnTo>
                <a:lnTo>
                  <a:pt x="1642650" y="1648645"/>
                </a:lnTo>
                <a:lnTo>
                  <a:pt x="0" y="1648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71010" y="6930746"/>
            <a:ext cx="1835488" cy="1906263"/>
          </a:xfrm>
          <a:custGeom>
            <a:avLst/>
            <a:gdLst/>
            <a:ahLst/>
            <a:cxnLst/>
            <a:rect r="r" b="b" t="t" l="l"/>
            <a:pathLst>
              <a:path h="1906263" w="1835488">
                <a:moveTo>
                  <a:pt x="0" y="0"/>
                </a:moveTo>
                <a:lnTo>
                  <a:pt x="1835488" y="0"/>
                </a:lnTo>
                <a:lnTo>
                  <a:pt x="1835488" y="1906263"/>
                </a:lnTo>
                <a:lnTo>
                  <a:pt x="0" y="19062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04480" y="1083654"/>
            <a:ext cx="790842" cy="1004534"/>
          </a:xfrm>
          <a:custGeom>
            <a:avLst/>
            <a:gdLst/>
            <a:ahLst/>
            <a:cxnLst/>
            <a:rect r="r" b="b" t="t" l="l"/>
            <a:pathLst>
              <a:path h="1004534" w="790842">
                <a:moveTo>
                  <a:pt x="0" y="0"/>
                </a:moveTo>
                <a:lnTo>
                  <a:pt x="790842" y="0"/>
                </a:lnTo>
                <a:lnTo>
                  <a:pt x="790842" y="1004534"/>
                </a:lnTo>
                <a:lnTo>
                  <a:pt x="0" y="10045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00543" y="2088188"/>
            <a:ext cx="790842" cy="1004534"/>
          </a:xfrm>
          <a:custGeom>
            <a:avLst/>
            <a:gdLst/>
            <a:ahLst/>
            <a:cxnLst/>
            <a:rect r="r" b="b" t="t" l="l"/>
            <a:pathLst>
              <a:path h="1004534" w="790842">
                <a:moveTo>
                  <a:pt x="0" y="0"/>
                </a:moveTo>
                <a:lnTo>
                  <a:pt x="790842" y="0"/>
                </a:lnTo>
                <a:lnTo>
                  <a:pt x="790842" y="1004533"/>
                </a:lnTo>
                <a:lnTo>
                  <a:pt x="0" y="10045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63164" y="849472"/>
            <a:ext cx="1415734" cy="1819912"/>
          </a:xfrm>
          <a:custGeom>
            <a:avLst/>
            <a:gdLst/>
            <a:ahLst/>
            <a:cxnLst/>
            <a:rect r="r" b="b" t="t" l="l"/>
            <a:pathLst>
              <a:path h="1819912" w="1415734">
                <a:moveTo>
                  <a:pt x="0" y="0"/>
                </a:moveTo>
                <a:lnTo>
                  <a:pt x="1415734" y="0"/>
                </a:lnTo>
                <a:lnTo>
                  <a:pt x="1415734" y="1819912"/>
                </a:lnTo>
                <a:lnTo>
                  <a:pt x="0" y="1819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3132182">
            <a:off x="284735" y="1204800"/>
            <a:ext cx="2838729" cy="2771309"/>
          </a:xfrm>
          <a:custGeom>
            <a:avLst/>
            <a:gdLst/>
            <a:ahLst/>
            <a:cxnLst/>
            <a:rect r="r" b="b" t="t" l="l"/>
            <a:pathLst>
              <a:path h="2771309" w="2838729">
                <a:moveTo>
                  <a:pt x="2838728" y="0"/>
                </a:moveTo>
                <a:lnTo>
                  <a:pt x="0" y="0"/>
                </a:lnTo>
                <a:lnTo>
                  <a:pt x="0" y="2771309"/>
                </a:lnTo>
                <a:lnTo>
                  <a:pt x="2838728" y="2771309"/>
                </a:lnTo>
                <a:lnTo>
                  <a:pt x="2838728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6359461">
            <a:off x="15446982" y="6269159"/>
            <a:ext cx="2838729" cy="2771309"/>
          </a:xfrm>
          <a:custGeom>
            <a:avLst/>
            <a:gdLst/>
            <a:ahLst/>
            <a:cxnLst/>
            <a:rect r="r" b="b" t="t" l="l"/>
            <a:pathLst>
              <a:path h="2771309" w="2838729">
                <a:moveTo>
                  <a:pt x="2838729" y="0"/>
                </a:moveTo>
                <a:lnTo>
                  <a:pt x="0" y="0"/>
                </a:lnTo>
                <a:lnTo>
                  <a:pt x="0" y="2771309"/>
                </a:lnTo>
                <a:lnTo>
                  <a:pt x="2838729" y="2771309"/>
                </a:lnTo>
                <a:lnTo>
                  <a:pt x="2838729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78063" y="526433"/>
            <a:ext cx="790842" cy="1004534"/>
          </a:xfrm>
          <a:custGeom>
            <a:avLst/>
            <a:gdLst/>
            <a:ahLst/>
            <a:cxnLst/>
            <a:rect r="r" b="b" t="t" l="l"/>
            <a:pathLst>
              <a:path h="1004534" w="790842">
                <a:moveTo>
                  <a:pt x="0" y="0"/>
                </a:moveTo>
                <a:lnTo>
                  <a:pt x="790842" y="0"/>
                </a:lnTo>
                <a:lnTo>
                  <a:pt x="790842" y="1004534"/>
                </a:lnTo>
                <a:lnTo>
                  <a:pt x="0" y="10045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1994">
            <a:off x="8415378" y="7799931"/>
            <a:ext cx="1457244" cy="831954"/>
          </a:xfrm>
          <a:custGeom>
            <a:avLst/>
            <a:gdLst/>
            <a:ahLst/>
            <a:cxnLst/>
            <a:rect r="r" b="b" t="t" l="l"/>
            <a:pathLst>
              <a:path h="831954" w="1457244">
                <a:moveTo>
                  <a:pt x="0" y="0"/>
                </a:moveTo>
                <a:lnTo>
                  <a:pt x="1457244" y="0"/>
                </a:lnTo>
                <a:lnTo>
                  <a:pt x="1457244" y="831954"/>
                </a:lnTo>
                <a:lnTo>
                  <a:pt x="0" y="83195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287323" y="1028700"/>
            <a:ext cx="3705759" cy="2353157"/>
          </a:xfrm>
          <a:custGeom>
            <a:avLst/>
            <a:gdLst/>
            <a:ahLst/>
            <a:cxnLst/>
            <a:rect r="r" b="b" t="t" l="l"/>
            <a:pathLst>
              <a:path h="2353157" w="3705759">
                <a:moveTo>
                  <a:pt x="0" y="0"/>
                </a:moveTo>
                <a:lnTo>
                  <a:pt x="3705758" y="0"/>
                </a:lnTo>
                <a:lnTo>
                  <a:pt x="3705758" y="2353157"/>
                </a:lnTo>
                <a:lnTo>
                  <a:pt x="0" y="235315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65508" y="4071319"/>
            <a:ext cx="12949388" cy="178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6"/>
              </a:lnSpc>
            </a:pPr>
            <a:r>
              <a:rPr lang="en-US" sz="9326">
                <a:solidFill>
                  <a:srgbClr val="FFFFFF"/>
                </a:solidFill>
                <a:latin typeface="Happily"/>
                <a:ea typeface="Happily"/>
                <a:cs typeface="Happily"/>
                <a:sym typeface="Happily"/>
              </a:rPr>
              <a:t>Proyecto de Titulo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3629" y="7155030"/>
            <a:ext cx="3248025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Integrantes: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Manuel Morales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Gaspar Giron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Joe Salgado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752717" y="4368862"/>
            <a:ext cx="1094895" cy="454381"/>
          </a:xfrm>
          <a:custGeom>
            <a:avLst/>
            <a:gdLst/>
            <a:ahLst/>
            <a:cxnLst/>
            <a:rect r="r" b="b" t="t" l="l"/>
            <a:pathLst>
              <a:path h="454381" w="1094895">
                <a:moveTo>
                  <a:pt x="0" y="0"/>
                </a:moveTo>
                <a:lnTo>
                  <a:pt x="1094895" y="0"/>
                </a:lnTo>
                <a:lnTo>
                  <a:pt x="1094895" y="454381"/>
                </a:lnTo>
                <a:lnTo>
                  <a:pt x="0" y="454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8516533" y="4368862"/>
            <a:ext cx="1094895" cy="454381"/>
          </a:xfrm>
          <a:custGeom>
            <a:avLst/>
            <a:gdLst/>
            <a:ahLst/>
            <a:cxnLst/>
            <a:rect r="r" b="b" t="t" l="l"/>
            <a:pathLst>
              <a:path h="454381" w="1094895">
                <a:moveTo>
                  <a:pt x="0" y="0"/>
                </a:moveTo>
                <a:lnTo>
                  <a:pt x="1094895" y="0"/>
                </a:lnTo>
                <a:lnTo>
                  <a:pt x="1094895" y="454381"/>
                </a:lnTo>
                <a:lnTo>
                  <a:pt x="0" y="454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4342559" y="4368862"/>
            <a:ext cx="1094895" cy="454381"/>
          </a:xfrm>
          <a:custGeom>
            <a:avLst/>
            <a:gdLst/>
            <a:ahLst/>
            <a:cxnLst/>
            <a:rect r="r" b="b" t="t" l="l"/>
            <a:pathLst>
              <a:path h="454381" w="1094895">
                <a:moveTo>
                  <a:pt x="0" y="0"/>
                </a:moveTo>
                <a:lnTo>
                  <a:pt x="1094895" y="0"/>
                </a:lnTo>
                <a:lnTo>
                  <a:pt x="1094895" y="454381"/>
                </a:lnTo>
                <a:lnTo>
                  <a:pt x="0" y="454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2478"/>
            <a:ext cx="1046820" cy="1046820"/>
          </a:xfrm>
          <a:custGeom>
            <a:avLst/>
            <a:gdLst/>
            <a:ahLst/>
            <a:cxnLst/>
            <a:rect r="r" b="b" t="t" l="l"/>
            <a:pathLst>
              <a:path h="1046820" w="1046820">
                <a:moveTo>
                  <a:pt x="0" y="0"/>
                </a:moveTo>
                <a:lnTo>
                  <a:pt x="1046820" y="0"/>
                </a:lnTo>
                <a:lnTo>
                  <a:pt x="1046820" y="1046820"/>
                </a:lnTo>
                <a:lnTo>
                  <a:pt x="0" y="1046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6820" y="-2478"/>
            <a:ext cx="1207099" cy="1046820"/>
          </a:xfrm>
          <a:custGeom>
            <a:avLst/>
            <a:gdLst/>
            <a:ahLst/>
            <a:cxnLst/>
            <a:rect r="r" b="b" t="t" l="l"/>
            <a:pathLst>
              <a:path h="1046820" w="1207099">
                <a:moveTo>
                  <a:pt x="0" y="0"/>
                </a:moveTo>
                <a:lnTo>
                  <a:pt x="1207098" y="0"/>
                </a:lnTo>
                <a:lnTo>
                  <a:pt x="1207098" y="1046820"/>
                </a:lnTo>
                <a:lnTo>
                  <a:pt x="0" y="1046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85372" y="-19105"/>
            <a:ext cx="716268" cy="1063446"/>
          </a:xfrm>
          <a:custGeom>
            <a:avLst/>
            <a:gdLst/>
            <a:ahLst/>
            <a:cxnLst/>
            <a:rect r="r" b="b" t="t" l="l"/>
            <a:pathLst>
              <a:path h="1063446" w="716268">
                <a:moveTo>
                  <a:pt x="0" y="0"/>
                </a:moveTo>
                <a:lnTo>
                  <a:pt x="716269" y="0"/>
                </a:lnTo>
                <a:lnTo>
                  <a:pt x="716269" y="1063447"/>
                </a:lnTo>
                <a:lnTo>
                  <a:pt x="0" y="1063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05" t="0" r="-160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01641" y="-19105"/>
            <a:ext cx="1063446" cy="1063446"/>
          </a:xfrm>
          <a:custGeom>
            <a:avLst/>
            <a:gdLst/>
            <a:ahLst/>
            <a:cxnLst/>
            <a:rect r="r" b="b" t="t" l="l"/>
            <a:pathLst>
              <a:path h="1063446" w="1063446">
                <a:moveTo>
                  <a:pt x="0" y="0"/>
                </a:moveTo>
                <a:lnTo>
                  <a:pt x="1063446" y="0"/>
                </a:lnTo>
                <a:lnTo>
                  <a:pt x="1063446" y="1063447"/>
                </a:lnTo>
                <a:lnTo>
                  <a:pt x="0" y="10634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65087" y="-2478"/>
            <a:ext cx="1046820" cy="1046820"/>
          </a:xfrm>
          <a:custGeom>
            <a:avLst/>
            <a:gdLst/>
            <a:ahLst/>
            <a:cxnLst/>
            <a:rect r="r" b="b" t="t" l="l"/>
            <a:pathLst>
              <a:path h="1046820" w="1046820">
                <a:moveTo>
                  <a:pt x="0" y="0"/>
                </a:moveTo>
                <a:lnTo>
                  <a:pt x="1046820" y="0"/>
                </a:lnTo>
                <a:lnTo>
                  <a:pt x="1046820" y="1046820"/>
                </a:lnTo>
                <a:lnTo>
                  <a:pt x="0" y="10468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11907" y="-2478"/>
            <a:ext cx="1046820" cy="1046820"/>
          </a:xfrm>
          <a:custGeom>
            <a:avLst/>
            <a:gdLst/>
            <a:ahLst/>
            <a:cxnLst/>
            <a:rect r="r" b="b" t="t" l="l"/>
            <a:pathLst>
              <a:path h="1046820" w="1046820">
                <a:moveTo>
                  <a:pt x="0" y="0"/>
                </a:moveTo>
                <a:lnTo>
                  <a:pt x="1046820" y="0"/>
                </a:lnTo>
                <a:lnTo>
                  <a:pt x="1046820" y="1046820"/>
                </a:lnTo>
                <a:lnTo>
                  <a:pt x="0" y="10468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58727" y="-2478"/>
            <a:ext cx="1046820" cy="1046820"/>
          </a:xfrm>
          <a:custGeom>
            <a:avLst/>
            <a:gdLst/>
            <a:ahLst/>
            <a:cxnLst/>
            <a:rect r="r" b="b" t="t" l="l"/>
            <a:pathLst>
              <a:path h="1046820" w="1046820">
                <a:moveTo>
                  <a:pt x="0" y="0"/>
                </a:moveTo>
                <a:lnTo>
                  <a:pt x="1046820" y="0"/>
                </a:lnTo>
                <a:lnTo>
                  <a:pt x="1046820" y="1046820"/>
                </a:lnTo>
                <a:lnTo>
                  <a:pt x="0" y="10468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51873" y="-2478"/>
            <a:ext cx="987908" cy="1046820"/>
          </a:xfrm>
          <a:custGeom>
            <a:avLst/>
            <a:gdLst/>
            <a:ahLst/>
            <a:cxnLst/>
            <a:rect r="r" b="b" t="t" l="l"/>
            <a:pathLst>
              <a:path h="1046820" w="987908">
                <a:moveTo>
                  <a:pt x="0" y="0"/>
                </a:moveTo>
                <a:lnTo>
                  <a:pt x="987908" y="0"/>
                </a:lnTo>
                <a:lnTo>
                  <a:pt x="987908" y="1046820"/>
                </a:lnTo>
                <a:lnTo>
                  <a:pt x="0" y="10468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039781" y="-19105"/>
            <a:ext cx="1031221" cy="1063446"/>
          </a:xfrm>
          <a:custGeom>
            <a:avLst/>
            <a:gdLst/>
            <a:ahLst/>
            <a:cxnLst/>
            <a:rect r="r" b="b" t="t" l="l"/>
            <a:pathLst>
              <a:path h="1063446" w="1031221">
                <a:moveTo>
                  <a:pt x="0" y="0"/>
                </a:moveTo>
                <a:lnTo>
                  <a:pt x="1031221" y="0"/>
                </a:lnTo>
                <a:lnTo>
                  <a:pt x="1031221" y="1063447"/>
                </a:lnTo>
                <a:lnTo>
                  <a:pt x="0" y="10634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22364" y="857250"/>
            <a:ext cx="1284327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Propuesta FurgoTrack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0910" y="3044981"/>
            <a:ext cx="457854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Problemática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90258" y="3044981"/>
            <a:ext cx="630748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Propuesta solucion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50651" y="3044981"/>
            <a:ext cx="40387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Tecnologías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5455" y="5200650"/>
            <a:ext cx="5444803" cy="255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Tiempo de transporte de escolares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Seguridad de escolares 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Rutas obstruidas por trafico 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Mala gestión de tiempos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90258" y="5086350"/>
            <a:ext cx="5820611" cy="358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Aplicación móvil con 2 vistas 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Software de escritorio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Monitoreo de rutas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Sugerencias de rutas 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Generar alertas 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visualización de datos claves en dashboard 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26882" y="5086350"/>
            <a:ext cx="6161118" cy="260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8002" indent="-319001" lvl="1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React native(javascript,react) </a:t>
            </a:r>
          </a:p>
          <a:p>
            <a:pPr algn="l" marL="638002" indent="-319001" lvl="1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Javascript/python</a:t>
            </a:r>
          </a:p>
          <a:p>
            <a:pPr algn="l" marL="638002" indent="-319001" lvl="1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 mapbox </a:t>
            </a:r>
          </a:p>
          <a:p>
            <a:pPr algn="l" marL="638002" indent="-319001" lvl="1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Power bi</a:t>
            </a:r>
          </a:p>
          <a:p>
            <a:pPr algn="l" marL="638002" indent="-319001" lvl="1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Postgresql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216998" y="-26678"/>
            <a:ext cx="1046820" cy="1046820"/>
          </a:xfrm>
          <a:custGeom>
            <a:avLst/>
            <a:gdLst/>
            <a:ahLst/>
            <a:cxnLst/>
            <a:rect r="r" b="b" t="t" l="l"/>
            <a:pathLst>
              <a:path h="1046820" w="1046820">
                <a:moveTo>
                  <a:pt x="0" y="0"/>
                </a:moveTo>
                <a:lnTo>
                  <a:pt x="1046820" y="0"/>
                </a:lnTo>
                <a:lnTo>
                  <a:pt x="1046820" y="1046820"/>
                </a:lnTo>
                <a:lnTo>
                  <a:pt x="0" y="1046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63818" y="-26678"/>
            <a:ext cx="1207099" cy="1046820"/>
          </a:xfrm>
          <a:custGeom>
            <a:avLst/>
            <a:gdLst/>
            <a:ahLst/>
            <a:cxnLst/>
            <a:rect r="r" b="b" t="t" l="l"/>
            <a:pathLst>
              <a:path h="1046820" w="1207099">
                <a:moveTo>
                  <a:pt x="0" y="0"/>
                </a:moveTo>
                <a:lnTo>
                  <a:pt x="1207099" y="0"/>
                </a:lnTo>
                <a:lnTo>
                  <a:pt x="1207099" y="1046820"/>
                </a:lnTo>
                <a:lnTo>
                  <a:pt x="0" y="1046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402370" y="-43304"/>
            <a:ext cx="716268" cy="1063446"/>
          </a:xfrm>
          <a:custGeom>
            <a:avLst/>
            <a:gdLst/>
            <a:ahLst/>
            <a:cxnLst/>
            <a:rect r="r" b="b" t="t" l="l"/>
            <a:pathLst>
              <a:path h="1063446" w="716268">
                <a:moveTo>
                  <a:pt x="0" y="0"/>
                </a:moveTo>
                <a:lnTo>
                  <a:pt x="716269" y="0"/>
                </a:lnTo>
                <a:lnTo>
                  <a:pt x="716269" y="1063446"/>
                </a:lnTo>
                <a:lnTo>
                  <a:pt x="0" y="10634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05" t="0" r="-1605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118639" y="-43304"/>
            <a:ext cx="1063446" cy="1063446"/>
          </a:xfrm>
          <a:custGeom>
            <a:avLst/>
            <a:gdLst/>
            <a:ahLst/>
            <a:cxnLst/>
            <a:rect r="r" b="b" t="t" l="l"/>
            <a:pathLst>
              <a:path h="1063446" w="1063446">
                <a:moveTo>
                  <a:pt x="0" y="0"/>
                </a:moveTo>
                <a:lnTo>
                  <a:pt x="1063446" y="0"/>
                </a:lnTo>
                <a:lnTo>
                  <a:pt x="1063446" y="1063446"/>
                </a:lnTo>
                <a:lnTo>
                  <a:pt x="0" y="10634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182085" y="-26678"/>
            <a:ext cx="1046820" cy="1046820"/>
          </a:xfrm>
          <a:custGeom>
            <a:avLst/>
            <a:gdLst/>
            <a:ahLst/>
            <a:cxnLst/>
            <a:rect r="r" b="b" t="t" l="l"/>
            <a:pathLst>
              <a:path h="1046820" w="1046820">
                <a:moveTo>
                  <a:pt x="0" y="0"/>
                </a:moveTo>
                <a:lnTo>
                  <a:pt x="1046820" y="0"/>
                </a:lnTo>
                <a:lnTo>
                  <a:pt x="1046820" y="1046820"/>
                </a:lnTo>
                <a:lnTo>
                  <a:pt x="0" y="10468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228905" y="-26678"/>
            <a:ext cx="1046820" cy="1046820"/>
          </a:xfrm>
          <a:custGeom>
            <a:avLst/>
            <a:gdLst/>
            <a:ahLst/>
            <a:cxnLst/>
            <a:rect r="r" b="b" t="t" l="l"/>
            <a:pathLst>
              <a:path h="1046820" w="1046820">
                <a:moveTo>
                  <a:pt x="0" y="0"/>
                </a:moveTo>
                <a:lnTo>
                  <a:pt x="1046820" y="0"/>
                </a:lnTo>
                <a:lnTo>
                  <a:pt x="1046820" y="1046820"/>
                </a:lnTo>
                <a:lnTo>
                  <a:pt x="0" y="10468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275725" y="-26678"/>
            <a:ext cx="1046820" cy="1046820"/>
          </a:xfrm>
          <a:custGeom>
            <a:avLst/>
            <a:gdLst/>
            <a:ahLst/>
            <a:cxnLst/>
            <a:rect r="r" b="b" t="t" l="l"/>
            <a:pathLst>
              <a:path h="1046820" w="1046820">
                <a:moveTo>
                  <a:pt x="0" y="0"/>
                </a:moveTo>
                <a:lnTo>
                  <a:pt x="1046820" y="0"/>
                </a:lnTo>
                <a:lnTo>
                  <a:pt x="1046820" y="1046820"/>
                </a:lnTo>
                <a:lnTo>
                  <a:pt x="0" y="10468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268871" y="-26678"/>
            <a:ext cx="987908" cy="1046820"/>
          </a:xfrm>
          <a:custGeom>
            <a:avLst/>
            <a:gdLst/>
            <a:ahLst/>
            <a:cxnLst/>
            <a:rect r="r" b="b" t="t" l="l"/>
            <a:pathLst>
              <a:path h="1046820" w="987908">
                <a:moveTo>
                  <a:pt x="0" y="0"/>
                </a:moveTo>
                <a:lnTo>
                  <a:pt x="987908" y="0"/>
                </a:lnTo>
                <a:lnTo>
                  <a:pt x="987908" y="1046820"/>
                </a:lnTo>
                <a:lnTo>
                  <a:pt x="0" y="10468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256779" y="-43304"/>
            <a:ext cx="1031221" cy="1063446"/>
          </a:xfrm>
          <a:custGeom>
            <a:avLst/>
            <a:gdLst/>
            <a:ahLst/>
            <a:cxnLst/>
            <a:rect r="r" b="b" t="t" l="l"/>
            <a:pathLst>
              <a:path h="1063446" w="1031221">
                <a:moveTo>
                  <a:pt x="0" y="0"/>
                </a:moveTo>
                <a:lnTo>
                  <a:pt x="1031221" y="0"/>
                </a:lnTo>
                <a:lnTo>
                  <a:pt x="1031221" y="1063446"/>
                </a:lnTo>
                <a:lnTo>
                  <a:pt x="0" y="10634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DAGwcbnMCwY</dc:identifier>
  <dcterms:modified xsi:type="dcterms:W3CDTF">2011-08-01T06:04:30Z</dcterms:modified>
  <cp:revision>1</cp:revision>
  <dc:title>Video Intro de Video Portada de Youtube Creativo Pizarra Negro</dc:title>
</cp:coreProperties>
</file>